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>
      <p:cViewPr varScale="1">
        <p:scale>
          <a:sx n="110" d="100"/>
          <a:sy n="110" d="100"/>
        </p:scale>
        <p:origin x="17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solidFill>
                  <a:srgbClr val="303D22"/>
                </a:solidFill>
                <a:latin typeface="Arial"/>
              </a:rPr>
              <a:t>&lt;header&gt;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solidFill>
                  <a:srgbClr val="303D22"/>
                </a:solidFill>
                <a:latin typeface="Arial"/>
              </a:rPr>
              <a:t>&lt;date/time&gt;</a:t>
            </a: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solidFill>
                  <a:srgbClr val="303D22"/>
                </a:solidFill>
                <a:latin typeface="Arial"/>
              </a:rPr>
              <a:t>&lt;footer&gt;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248EB981-7FDF-4E94-A7AE-B916A4133122}" type="slidenum">
              <a:rPr lang="en-US" sz="1400" b="0" strike="noStrike" spc="-1">
                <a:solidFill>
                  <a:srgbClr val="303D22"/>
                </a:solidFill>
                <a:latin typeface="Arial"/>
              </a:rPr>
              <a:t>‹#›</a:t>
            </a:fld>
            <a:endParaRPr lang="en-US" sz="1400" b="0" strike="noStrike" spc="-1">
              <a:solidFill>
                <a:srgbClr val="303D22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587960" y="1005840"/>
            <a:ext cx="4596480" cy="3447360"/>
          </a:xfrm>
          <a:prstGeom prst="rect">
            <a:avLst/>
          </a:prstGeom>
        </p:spPr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1185120" y="4787640"/>
            <a:ext cx="5407560" cy="53834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latin typeface="Arial"/>
              </a:rPr>
              <a:t>Diagram of the three different generations of Hispanic immigrants. This diagram shows how the different generations are defined.</a:t>
            </a:r>
          </a:p>
          <a:p>
            <a:r>
              <a:rPr lang="en-US" sz="2000" b="0" strike="noStrike" spc="-1">
                <a:latin typeface="Arial"/>
              </a:rPr>
              <a:t>IF THIS IMAGE HAS BEEN PROVIDED BY OR IS OWNED BY A THIRD PARTY, AS INDICATED IN THE CAPTION LINE, THEN FURTHER PERMISSION MAY BE NEEDED BEFORE ANY FURTHER USE. PLEASE CONTACT WILEY'S PERMISSIONS DEPARTMENT ON PERMISSIONS@WILEY.COM OR USE THE RIGHTSLINK SERVICE BY CLICKING ON THE 'REQUEST PERMISSIONS' LINK ACCOMPANYING THIS ARTICLE. WILEY OR AUTHOR OWNED IMAGES MAY BE USED FOR NON-COMMERCIAL PURPOSES, SUBJECT TO PROPER CITATION OF THE ARTICLE, AUTHOR, AND PUBLISHER.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" name="CustomShape 2"/>
          <p:cNvSpPr/>
          <p:nvPr/>
        </p:nvSpPr>
        <p:spPr>
          <a:xfrm>
            <a:off x="0" y="0"/>
            <a:ext cx="144000" cy="1198440"/>
          </a:xfrm>
          <a:prstGeom prst="rect">
            <a:avLst/>
          </a:prstGeom>
          <a:solidFill>
            <a:srgbClr val="FFCE3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Shape 1"/>
          <p:cNvSpPr txBox="1"/>
          <p:nvPr/>
        </p:nvSpPr>
        <p:spPr>
          <a:xfrm>
            <a:off x="1260000" y="152280"/>
            <a:ext cx="7200000" cy="451800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/>
          <a:lstStyle/>
          <a:p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The effect of racial and ethnic attitudes on Hispanic identity in the United States</a:t>
            </a:r>
          </a:p>
        </p:txBody>
      </p:sp>
      <p:sp>
        <p:nvSpPr>
          <p:cNvPr id="45" name="TextShape 2"/>
          <p:cNvSpPr txBox="1"/>
          <p:nvPr/>
        </p:nvSpPr>
        <p:spPr>
          <a:xfrm>
            <a:off x="360000" y="5940000"/>
            <a:ext cx="8640000" cy="451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sz="800" b="1" strike="noStrike" spc="-1">
                <a:solidFill>
                  <a:srgbClr val="0054A6"/>
                </a:solidFill>
                <a:latin typeface="Arial"/>
              </a:rPr>
              <a:t>Southern Economic Journal, Volume: 92, Issue: 2, Pages: 338-358, First published: 09 December 2024, DOI: (10.1002/soej.12749) 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" name="Main graphic"/>
          <p:cNvPicPr/>
          <p:nvPr/>
        </p:nvPicPr>
        <p:blipFill>
          <a:blip r:embed="rId3"/>
          <a:stretch/>
        </p:blipFill>
        <p:spPr>
          <a:xfrm>
            <a:off x="1422360" y="827280"/>
            <a:ext cx="6350040" cy="3679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152</Words>
  <Application>Microsoft Macintosh PowerPoint</Application>
  <PresentationFormat>On-screen Show (4:3)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Denteh, Augustine</cp:lastModifiedBy>
  <cp:revision>1</cp:revision>
  <dcterms:modified xsi:type="dcterms:W3CDTF">2026-02-13T10:26:12Z</dcterms:modified>
  <dc:language>en-US</dc:language>
</cp:coreProperties>
</file>